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17"/>
  </p:notesMasterIdLst>
  <p:handoutMasterIdLst>
    <p:handoutMasterId r:id="rId18"/>
  </p:handoutMasterIdLst>
  <p:sldIdLst>
    <p:sldId id="265" r:id="rId2"/>
    <p:sldId id="324" r:id="rId3"/>
    <p:sldId id="325" r:id="rId4"/>
    <p:sldId id="322" r:id="rId5"/>
    <p:sldId id="326" r:id="rId6"/>
    <p:sldId id="284" r:id="rId7"/>
    <p:sldId id="316" r:id="rId8"/>
    <p:sldId id="315" r:id="rId9"/>
    <p:sldId id="317" r:id="rId10"/>
    <p:sldId id="319" r:id="rId11"/>
    <p:sldId id="320" r:id="rId12"/>
    <p:sldId id="263" r:id="rId13"/>
    <p:sldId id="280" r:id="rId14"/>
    <p:sldId id="310" r:id="rId15"/>
    <p:sldId id="30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14" d="100"/>
          <a:sy n="114" d="100"/>
        </p:scale>
        <p:origin x="738" y="96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6/23/2023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6/23/2023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Название</a:t>
            </a:r>
            <a:br>
              <a:rPr lang="ru-RU" sz="4400" dirty="0">
                <a:solidFill>
                  <a:schemeClr val="bg1"/>
                </a:solidFill>
              </a:rPr>
            </a:br>
            <a:r>
              <a:rPr lang="ru-RU" sz="4400" dirty="0">
                <a:solidFill>
                  <a:schemeClr val="bg1"/>
                </a:solidFill>
              </a:rPr>
              <a:t>презентации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D6F04732-FA0C-6214-4E09-404CAC7C88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376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358EA-8600-ADBA-52DF-6AC12A92C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774C3B-FC5A-185E-8092-889B7F24F4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4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B75BB7E-5242-607C-D973-5C88E2FAB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922D73-8950-E8DA-530F-B7973DB0EC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2F25C4-7663-582D-5776-E7C30E76E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6CCC61-BB2F-AF7A-925F-8FDA44CD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716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B39C447F-7789-D914-2682-159AE68208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86" b="586"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915A35-EC87-76A1-7F8F-9378EFC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F7CD16-D4EE-5D1A-67C6-8FC838F97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283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7D6E8493-F34E-A3DE-5CC9-A51F7FEAAC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14" name="Рисунок 13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55CAB40C-5337-8BF0-0625-E685F899AA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5924" b="5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4035420-BC7F-2B5B-9DC7-253E9700DE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1B7B10-8BE9-0D4B-4BEE-4D9FECFAD7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30AEA4-B064-F849-E3CD-DAD6A93B84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F843F57-4FDA-9C25-01A0-9142B2AC0C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DB4739-E298-9FB8-621A-63B5AD7B16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44626B9-CC56-F5AC-20ED-9D24FFDB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4EA0E19-5F7D-AE8D-E253-F58186F00CD1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Рисунок 12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D789FEA7-5AC2-99BA-BB98-5D94990238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6711" b="6711"/>
          <a:stretch>
            <a:fillRect/>
          </a:stretch>
        </p:blipFill>
        <p:spPr/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98BE48A4-EBBB-156D-739A-E7D0659C950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96B9C87A-1CB9-8548-2E75-F473D1DB0B0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</p:sp>
    </p:spTree>
    <p:extLst>
      <p:ext uri="{BB962C8B-B14F-4D97-AF65-F5344CB8AC3E}">
        <p14:creationId xmlns:p14="http://schemas.microsoft.com/office/powerpoint/2010/main" val="293588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0DBFC-6C80-6C49-5394-0A6FB6DA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4B8CD1-C0D2-3E0D-BEF2-7B51C67BD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1350F252-A57D-E561-C9FF-C567FEE1DFB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5924" b="5924"/>
          <a:stretch>
            <a:fillRect/>
          </a:stretch>
        </p:blipFill>
        <p:spPr/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635C7FA0-CA3F-99C6-A092-B8AB77EF3EE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BD1F05A-4D93-BBD5-5092-281EBB8326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965F9921-F51F-C17A-7697-90CCBA75BC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435074E3-2EE0-D6EC-E4D4-936FD11A5ED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</p:sp>
    </p:spTree>
    <p:extLst>
      <p:ext uri="{BB962C8B-B14F-4D97-AF65-F5344CB8AC3E}">
        <p14:creationId xmlns:p14="http://schemas.microsoft.com/office/powerpoint/2010/main" val="3358523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96C84A0-6805-22CC-8370-4BB5276FE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1A8490-1FF6-0E6E-8A8F-4B88094CBE8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856410-4EF1-AD81-1ABA-060749F7BD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C0C6B6-A6AC-5C98-DFAB-E1AA4CC8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pic>
        <p:nvPicPr>
          <p:cNvPr id="16" name="Рисунок 1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766C9A8E-4928-9833-EF09-D6BAA450CA1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2"/>
          <a:srcRect l="-243" t="8890" r="243" b="31362"/>
          <a:stretch/>
        </p:blipFill>
        <p:spPr>
          <a:xfrm>
            <a:off x="454050" y="952607"/>
            <a:ext cx="2589213" cy="1304294"/>
          </a:xfr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85978689-CD89-E96E-2201-F9A2214F8C5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E87A544-55FB-1C80-6A79-70F4E704BF4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D057E28-B633-327F-9C42-D2CC507D781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20292B5-6AA1-44D1-C318-6077FB03E6C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189EAC7-D2DA-00C2-DBDF-A7C6CFF1D0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24ACE34-10A6-1C8E-8DAD-9AA9B4250EA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7435FDD6-FF73-314F-0ECA-07ACCB2459D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CAB6ECF-A625-86F0-2A87-1E656A6B5A7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</p:spTree>
    <p:extLst>
      <p:ext uri="{BB962C8B-B14F-4D97-AF65-F5344CB8AC3E}">
        <p14:creationId xmlns:p14="http://schemas.microsoft.com/office/powerpoint/2010/main" val="509741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Ваши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A86CA11-FF94-52CB-154C-7057EE646FD8}"/>
              </a:ext>
            </a:extLst>
          </p:cNvPr>
          <p:cNvSpPr txBox="1">
            <a:spLocks/>
          </p:cNvSpPr>
          <p:nvPr/>
        </p:nvSpPr>
        <p:spPr>
          <a:xfrm>
            <a:off x="436728" y="1021377"/>
            <a:ext cx="4327219" cy="2042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На слайдах должно быть как можно меньше текста. Не бойтесь оставлять свободное место, ведь оно имеет такую же ценность, как картинка или текст. </a:t>
            </a:r>
            <a:endParaRPr lang="ru-RU" sz="1200" b="0" i="0" dirty="0">
              <a:effectLst/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Текст должен быть читабельным.</a:t>
            </a:r>
            <a:endParaRPr lang="ru-RU" sz="1200" dirty="0"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>
                <a:latin typeface="Golos Text" panose="020B0503020202020204" pitchFamily="34" charset="0"/>
                <a:ea typeface="Golos Text" panose="020B0503020202020204" pitchFamily="34" charset="0"/>
              </a:rPr>
              <a:t>Делайте акцент на самом важном, выделяя слова, например, другим цветом либо цветными плашками, или </a:t>
            </a:r>
            <a:r>
              <a:rPr lang="ru-RU" sz="1200" dirty="0"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же используя жирное или курсивное начертание.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Не оставляйте «висячие» предлоги, их нужно переносить на следующую строку. 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A31D99C-9EE7-7438-A8F6-8A255AD5CCD2}"/>
              </a:ext>
            </a:extLst>
          </p:cNvPr>
          <p:cNvSpPr txBox="1">
            <a:spLocks/>
          </p:cNvSpPr>
          <p:nvPr/>
        </p:nvSpPr>
        <p:spPr>
          <a:xfrm>
            <a:off x="4795120" y="1051995"/>
            <a:ext cx="2031707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i="1" dirty="0"/>
              <a:t>Пример оформления слайда:</a:t>
            </a:r>
          </a:p>
        </p:txBody>
      </p:sp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0100B6D-2EAC-D80B-983A-F420D977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787" y="1344079"/>
            <a:ext cx="3247278" cy="182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33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51CB0-746D-A717-9B37-016B96D92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328" y="974866"/>
            <a:ext cx="8253351" cy="25716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ru-RU" sz="1200" dirty="0"/>
              <a:t>В шаблоне презентации представлено несколько вариантов фонов.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800" dirty="0"/>
          </a:p>
        </p:txBody>
      </p:sp>
      <p:pic>
        <p:nvPicPr>
          <p:cNvPr id="11" name="Рисунок 10" descr="Изображение выглядит как стрела&#10;&#10;Автоматически созданное описание">
            <a:extLst>
              <a:ext uri="{FF2B5EF4-FFF2-40B4-BE49-F238E27FC236}">
                <a16:creationId xmlns:a16="http://schemas.microsoft.com/office/drawing/2014/main" id="{2CAC1882-B83E-E295-975B-04CCF92A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65" y="2863302"/>
            <a:ext cx="1854220" cy="106071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0B55B04-6B68-F1FD-0C61-09A64706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138" y="2560072"/>
            <a:ext cx="1807636" cy="104985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F1A216D-6E3A-375D-D799-488E9A560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657" y="3956648"/>
            <a:ext cx="1815042" cy="104097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386C1B8-7B5C-45A6-C667-01CB24B8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545" y="3961949"/>
            <a:ext cx="1854220" cy="106345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5F919F3-5767-C579-9FFB-76AF9EDFA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389" y="2232422"/>
            <a:ext cx="1806219" cy="1016439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E9645F72-2EEB-F09D-15A0-B072862DA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771" y="1538719"/>
            <a:ext cx="2148725" cy="124795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7861AD1-B11F-2C41-6D57-28BBC7F37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045" y="2823712"/>
            <a:ext cx="1806218" cy="101401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9ADAFAC-5582-2823-5477-B9FC9ED69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533" y="2589779"/>
            <a:ext cx="1806219" cy="101643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E4CC287-7E2C-12D7-7703-09A4F157F3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5990" y="2093237"/>
            <a:ext cx="1806219" cy="1016439"/>
          </a:xfrm>
          <a:prstGeom prst="rect">
            <a:avLst/>
          </a:prstGeom>
        </p:spPr>
      </p:pic>
      <p:pic>
        <p:nvPicPr>
          <p:cNvPr id="39" name="Рисунок 38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7F4F129D-D192-D5EC-4045-6FF69EE45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123" y="1502150"/>
            <a:ext cx="2148725" cy="1247950"/>
          </a:xfrm>
          <a:prstGeom prst="rect">
            <a:avLst/>
          </a:prstGeom>
        </p:spPr>
      </p:pic>
      <p:sp>
        <p:nvSpPr>
          <p:cNvPr id="40" name="Объект 2">
            <a:extLst>
              <a:ext uri="{FF2B5EF4-FFF2-40B4-BE49-F238E27FC236}">
                <a16:creationId xmlns:a16="http://schemas.microsoft.com/office/drawing/2014/main" id="{1142AB3C-C9FB-88F2-21DE-8C13C3A0649D}"/>
              </a:ext>
            </a:extLst>
          </p:cNvPr>
          <p:cNvSpPr txBox="1">
            <a:spLocks/>
          </p:cNvSpPr>
          <p:nvPr/>
        </p:nvSpPr>
        <p:spPr>
          <a:xfrm>
            <a:off x="430355" y="1239334"/>
            <a:ext cx="3377369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Их можно </a:t>
            </a:r>
            <a:r>
              <a:rPr lang="ru-RU" sz="1200" dirty="0" err="1"/>
              <a:t>миксовать</a:t>
            </a:r>
            <a:r>
              <a:rPr lang="ru-RU" sz="1200" dirty="0"/>
              <a:t>: 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2CE85022-AA2F-E141-4234-EEBCC6A41382}"/>
              </a:ext>
            </a:extLst>
          </p:cNvPr>
          <p:cNvSpPr txBox="1">
            <a:spLocks/>
          </p:cNvSpPr>
          <p:nvPr/>
        </p:nvSpPr>
        <p:spPr>
          <a:xfrm>
            <a:off x="4385980" y="1216089"/>
            <a:ext cx="4251716" cy="292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А можно выбрать один цвет для всей презентации:</a:t>
            </a:r>
          </a:p>
        </p:txBody>
      </p:sp>
    </p:spTree>
    <p:extLst>
      <p:ext uri="{BB962C8B-B14F-4D97-AF65-F5344CB8AC3E}">
        <p14:creationId xmlns:p14="http://schemas.microsoft.com/office/powerpoint/2010/main" val="4031685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4C1837-1767-690C-EEDD-0863FF186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005763"/>
            <a:ext cx="8347587" cy="282848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Для того чтобы ваша презентация вызывала у аудитории эмоциональный отклик, используйте подходящие изображения.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Выбирайте фотографии только высокого разрешения.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Любые фотографии могут быть использованы в презентации только с соблюдением авторских прав.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Таблицы и списки по возможности заменяйте инфографикой и диаграммами. Если же необходима таблица, то делайте ее максимально простой и понятной для аудитории.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2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8D7015-8078-E895-F588-5053D801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</p:spTree>
    <p:extLst>
      <p:ext uri="{BB962C8B-B14F-4D97-AF65-F5344CB8AC3E}">
        <p14:creationId xmlns:p14="http://schemas.microsoft.com/office/powerpoint/2010/main" val="3501828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5343</TotalTime>
  <Words>210</Words>
  <Application>Microsoft Office PowerPoint</Application>
  <PresentationFormat>Экран (16:9)</PresentationFormat>
  <Paragraphs>24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Название презентации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Рекомендации по оформлению слайдов</vt:lpstr>
      <vt:lpstr>Рекомендации по оформлению слайдов</vt:lpstr>
      <vt:lpstr>Рекомендации по оформлению слайдов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Svetlana Zlatina</cp:lastModifiedBy>
  <cp:revision>103</cp:revision>
  <dcterms:created xsi:type="dcterms:W3CDTF">2014-06-27T12:30:22Z</dcterms:created>
  <dcterms:modified xsi:type="dcterms:W3CDTF">2023-06-23T11:36:41Z</dcterms:modified>
</cp:coreProperties>
</file>